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0" r:id="rId5"/>
    <p:sldId id="261" r:id="rId6"/>
    <p:sldId id="262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1DC4F-F711-4B07-8B41-FCE030D7720A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9B162-9C9B-4C96-B784-A31BEDFF7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34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9B162-9C9B-4C96-B784-A31BEDFF748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59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54C7-7E9F-3CC0-0FE7-670A65438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335" y="1700980"/>
            <a:ext cx="9737329" cy="1465768"/>
          </a:xfrm>
        </p:spPr>
        <p:txBody>
          <a:bodyPr>
            <a:normAutofit/>
          </a:bodyPr>
          <a:lstStyle/>
          <a:p>
            <a:r>
              <a:rPr lang="en-US" sz="3600" dirty="0"/>
              <a:t>Secure Dead Man’s Switch using Secret 				 Sharing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2694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93EB2-E061-7F11-6240-C9DC55AA2E1D}"/>
              </a:ext>
            </a:extLst>
          </p:cNvPr>
          <p:cNvSpPr txBox="1"/>
          <p:nvPr/>
        </p:nvSpPr>
        <p:spPr>
          <a:xfrm>
            <a:off x="1091380" y="1641987"/>
            <a:ext cx="82959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Description:</a:t>
            </a:r>
          </a:p>
          <a:p>
            <a:br>
              <a:rPr lang="en-US" sz="2400" dirty="0"/>
            </a:br>
            <a:r>
              <a:rPr lang="en-US" sz="2400" dirty="0"/>
              <a:t>A </a:t>
            </a:r>
            <a:r>
              <a:rPr lang="en-US" sz="2400" i="1" dirty="0"/>
              <a:t>Secure Dead Man’s Switch</a:t>
            </a:r>
            <a:r>
              <a:rPr lang="en-US" sz="2400" dirty="0"/>
              <a:t> ensures that sensitive information (like a key or message) is released only when certain conditions are met (e.g., the user doesn’t respond within a set time).</a:t>
            </a:r>
            <a:br>
              <a:rPr lang="en-US" sz="2400" dirty="0"/>
            </a:br>
            <a:r>
              <a:rPr lang="en-US" sz="2400" dirty="0"/>
              <a:t>This project uses </a:t>
            </a:r>
            <a:r>
              <a:rPr lang="en-US" sz="2400" b="1" dirty="0"/>
              <a:t>Shamir’s Secret Sharing</a:t>
            </a:r>
            <a:r>
              <a:rPr lang="en-US" sz="2400" dirty="0"/>
              <a:t> to securely split a secret into multiple parts (shares), ensuring that only a required threshold of shares can reconstruct the original secret.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853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F61C-F37B-D2DC-A386-0ECD3876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1008B-EF53-213A-8D22-F003A7F1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HTML → webpage structure</a:t>
            </a:r>
            <a:br>
              <a:rPr lang="en-IN" dirty="0"/>
            </a:br>
            <a:r>
              <a:rPr lang="en-IN" dirty="0"/>
              <a:t>CSS → styling and consistency</a:t>
            </a:r>
            <a:br>
              <a:rPr lang="en-IN" dirty="0"/>
            </a:br>
            <a:r>
              <a:rPr lang="en-IN" dirty="0"/>
              <a:t>JavaScript → logic for Shamir’s Secret Sharing (generate &amp; reconstruct secret)</a:t>
            </a:r>
            <a:br>
              <a:rPr lang="en-IN" dirty="0"/>
            </a:br>
            <a:r>
              <a:rPr lang="en-IN" dirty="0"/>
              <a:t>Design → follows Schneiderman’s Eight Golden Rules for usability</a:t>
            </a:r>
            <a:br>
              <a:rPr lang="en-IN" dirty="0"/>
            </a:br>
            <a:r>
              <a:rPr lang="en-IN" dirty="0"/>
              <a:t>Concept → splits a secret into parts; only threshold shares can recover it</a:t>
            </a:r>
            <a:br>
              <a:rPr lang="en-IN" dirty="0"/>
            </a:br>
            <a:r>
              <a:rPr lang="en-IN" dirty="0"/>
              <a:t>Platform → fully client-side, no server needed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83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366CF4-F41C-E827-79BC-20C5BA0F01BE}"/>
              </a:ext>
            </a:extLst>
          </p:cNvPr>
          <p:cNvSpPr txBox="1"/>
          <p:nvPr/>
        </p:nvSpPr>
        <p:spPr>
          <a:xfrm>
            <a:off x="383458" y="204720"/>
            <a:ext cx="876791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Implementation of Golden Rules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Strive for Consistency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Consistent </a:t>
            </a:r>
            <a:r>
              <a:rPr lang="en-US" b="1" dirty="0"/>
              <a:t>color palette</a:t>
            </a:r>
            <a:r>
              <a:rPr lang="en-US" dirty="0"/>
              <a:t>, </a:t>
            </a:r>
            <a:r>
              <a:rPr lang="en-US" b="1" dirty="0"/>
              <a:t>button style</a:t>
            </a:r>
            <a:r>
              <a:rPr lang="en-US" dirty="0"/>
              <a:t>, and </a:t>
            </a:r>
            <a:r>
              <a:rPr lang="en-US" b="1" dirty="0"/>
              <a:t>input design</a:t>
            </a:r>
            <a:r>
              <a:rPr lang="en-US" dirty="0"/>
              <a:t> across all sections.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Uniform </a:t>
            </a:r>
            <a:r>
              <a:rPr lang="en-US" b="1" dirty="0"/>
              <a:t>layout</a:t>
            </a:r>
            <a:r>
              <a:rPr lang="en-US" dirty="0"/>
              <a:t>, </a:t>
            </a:r>
            <a:r>
              <a:rPr lang="en-US" b="1" dirty="0"/>
              <a:t>grid</a:t>
            </a:r>
            <a:r>
              <a:rPr lang="en-US" dirty="0"/>
              <a:t>, and </a:t>
            </a:r>
            <a:r>
              <a:rPr lang="en-US" b="1" dirty="0"/>
              <a:t>typography</a:t>
            </a:r>
            <a:r>
              <a:rPr lang="en-US" dirty="0"/>
              <a:t> for both </a:t>
            </a:r>
            <a:r>
              <a:rPr lang="en-US" i="1" dirty="0"/>
              <a:t>Share Generation</a:t>
            </a:r>
            <a:r>
              <a:rPr lang="en-US" dirty="0"/>
              <a:t> and </a:t>
            </a:r>
            <a:r>
              <a:rPr lang="en-US" i="1" dirty="0"/>
              <a:t>Reconstruction</a:t>
            </a:r>
            <a:r>
              <a:rPr lang="en-US" dirty="0"/>
              <a:t>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Fonts</a:t>
            </a:r>
            <a:r>
              <a:rPr lang="en-US" dirty="0"/>
              <a:t>, </a:t>
            </a:r>
            <a:r>
              <a:rPr lang="en-US" b="1" dirty="0"/>
              <a:t>spacing</a:t>
            </a:r>
            <a:r>
              <a:rPr lang="en-US" dirty="0"/>
              <a:t>, and </a:t>
            </a:r>
            <a:r>
              <a:rPr lang="en-US" b="1" dirty="0"/>
              <a:t>padding</a:t>
            </a:r>
            <a:r>
              <a:rPr lang="en-US" dirty="0"/>
              <a:t> are standardized throughout.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Enable Frequent Users to Use Shortcuts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Keyboard shortcuts</a:t>
            </a:r>
            <a:r>
              <a:rPr lang="en-US" dirty="0"/>
              <a:t> (e.g., pressing </a:t>
            </a:r>
            <a:r>
              <a:rPr lang="en-US" i="1" dirty="0"/>
              <a:t>Enter</a:t>
            </a:r>
            <a:r>
              <a:rPr lang="en-US" dirty="0"/>
              <a:t> to submit forms).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quickly </a:t>
            </a:r>
            <a:r>
              <a:rPr lang="en-US" b="1" dirty="0"/>
              <a:t>regenerate</a:t>
            </a:r>
            <a:r>
              <a:rPr lang="en-US" dirty="0"/>
              <a:t> or </a:t>
            </a:r>
            <a:r>
              <a:rPr lang="en-US" b="1" dirty="0"/>
              <a:t>reconstruct</a:t>
            </a:r>
            <a:r>
              <a:rPr lang="en-US" dirty="0"/>
              <a:t> shares after learning the workflow.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3. Offer Informative Feedback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Toast notifications</a:t>
            </a:r>
            <a:r>
              <a:rPr lang="en-US" dirty="0"/>
              <a:t> or inline messages after generating or reconstructing shares.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Validation errors</a:t>
            </a:r>
            <a:r>
              <a:rPr lang="en-US" dirty="0"/>
              <a:t> shown in red for issues like invalid inputs or missing data</a:t>
            </a:r>
          </a:p>
        </p:txBody>
      </p:sp>
    </p:spTree>
    <p:extLst>
      <p:ext uri="{BB962C8B-B14F-4D97-AF65-F5344CB8AC3E}">
        <p14:creationId xmlns:p14="http://schemas.microsoft.com/office/powerpoint/2010/main" val="246741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B8ABCE-9DD3-7746-21D7-F2652358AA4B}"/>
              </a:ext>
            </a:extLst>
          </p:cNvPr>
          <p:cNvSpPr txBox="1"/>
          <p:nvPr/>
        </p:nvSpPr>
        <p:spPr>
          <a:xfrm>
            <a:off x="511277" y="481719"/>
            <a:ext cx="86400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Design Dialogs to Yield Closure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major action (e.g., share generation) ends with a </a:t>
            </a:r>
            <a:r>
              <a:rPr lang="en-US" b="1" dirty="0"/>
              <a:t>confirmation message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Success</a:t>
            </a:r>
            <a:r>
              <a:rPr lang="en-US" dirty="0"/>
              <a:t> and </a:t>
            </a:r>
            <a:r>
              <a:rPr lang="en-US" b="1" dirty="0"/>
              <a:t>Error dialogs</a:t>
            </a:r>
            <a:r>
              <a:rPr lang="en-US" dirty="0"/>
              <a:t> clearly close the loop for each task.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5. Offer Simple Error Handling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 validation</a:t>
            </a:r>
            <a:r>
              <a:rPr lang="en-US" dirty="0"/>
              <a:t> ensures only valid primes and positive numbers are accepted.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Error messages</a:t>
            </a:r>
            <a:r>
              <a:rPr lang="en-US" dirty="0"/>
              <a:t> clearly describe the issue and how to fix it no silent failures.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6. Permit Easy Reversal of Actions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“Clear All”</a:t>
            </a:r>
            <a:r>
              <a:rPr lang="en-US" dirty="0"/>
              <a:t> and </a:t>
            </a:r>
            <a:r>
              <a:rPr lang="en-US" b="1" dirty="0"/>
              <a:t>“Reset”</a:t>
            </a:r>
            <a:r>
              <a:rPr lang="en-US" dirty="0"/>
              <a:t> buttons to undo or restart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clear temporary selections before reconstructing shares.</a:t>
            </a:r>
          </a:p>
        </p:txBody>
      </p:sp>
    </p:spTree>
    <p:extLst>
      <p:ext uri="{BB962C8B-B14F-4D97-AF65-F5344CB8AC3E}">
        <p14:creationId xmlns:p14="http://schemas.microsoft.com/office/powerpoint/2010/main" val="264883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7E99D-198B-C516-B88D-BF172AEE89C3}"/>
              </a:ext>
            </a:extLst>
          </p:cNvPr>
          <p:cNvSpPr txBox="1"/>
          <p:nvPr/>
        </p:nvSpPr>
        <p:spPr>
          <a:xfrm>
            <a:off x="1120877" y="940786"/>
            <a:ext cx="84336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Support Internal Locus of Control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</a:t>
            </a:r>
            <a:r>
              <a:rPr lang="en-US" b="1" dirty="0"/>
              <a:t>initiate</a:t>
            </a:r>
            <a:r>
              <a:rPr lang="en-US" dirty="0"/>
              <a:t> all actions (generate / reconstruct shares).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automatic actions — gives users full </a:t>
            </a:r>
            <a:r>
              <a:rPr lang="en-US" b="1" dirty="0"/>
              <a:t>control and confidence</a:t>
            </a:r>
            <a:r>
              <a:rPr lang="en-US" dirty="0"/>
              <a:t> in the process.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8. Reduce Short-Term Memory Load</a:t>
            </a:r>
          </a:p>
          <a:p>
            <a:pPr>
              <a:buNone/>
            </a:pPr>
            <a:r>
              <a:rPr lang="en-US" b="1" dirty="0"/>
              <a:t>Applied 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</a:t>
            </a:r>
            <a:r>
              <a:rPr lang="en-US" b="1" dirty="0"/>
              <a:t>labels</a:t>
            </a:r>
            <a:r>
              <a:rPr lang="en-US" dirty="0"/>
              <a:t> (“Secret Key”, “Threshold”, “Prime Number”) reduce memory dependence.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Generated shares remain visible for easy reconstruction.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Step-by-step flow</a:t>
            </a:r>
            <a:r>
              <a:rPr lang="en-US" dirty="0"/>
              <a:t> ensures focus on one task at a time.</a:t>
            </a:r>
          </a:p>
        </p:txBody>
      </p:sp>
    </p:spTree>
    <p:extLst>
      <p:ext uri="{BB962C8B-B14F-4D97-AF65-F5344CB8AC3E}">
        <p14:creationId xmlns:p14="http://schemas.microsoft.com/office/powerpoint/2010/main" val="80210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E8D7-5DA6-B4DE-C7E3-A08E3334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B30C44-00DC-4EEC-C2F9-D677B50E6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8901" y="2016125"/>
            <a:ext cx="5928523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9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F95A7F-C300-9E6E-5F26-813B328CD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19" y="508000"/>
            <a:ext cx="9733281" cy="54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2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13BCB-3790-1BB6-CADA-513988572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828312"/>
            <a:ext cx="11498280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9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B2E49-2457-7D78-D9D4-A43A0AD6F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2066735"/>
            <a:ext cx="10202699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62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19</TotalTime>
  <Words>459</Words>
  <Application>Microsoft Office PowerPoint</Application>
  <PresentationFormat>Widescreen</PresentationFormat>
  <Paragraphs>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Gallery</vt:lpstr>
      <vt:lpstr>Secure Dead Man’s Switch using Secret      Sharing</vt:lpstr>
      <vt:lpstr>PowerPoint Presentation</vt:lpstr>
      <vt:lpstr>Tech stack</vt:lpstr>
      <vt:lpstr>PowerPoint Presentation</vt:lpstr>
      <vt:lpstr>PowerPoint Presentation</vt:lpstr>
      <vt:lpstr>PowerPoint Presentation</vt:lpstr>
      <vt:lpstr>implementation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sivagnp66@gmail.com</dc:creator>
  <cp:lastModifiedBy>Ramadurgam Pradyumna</cp:lastModifiedBy>
  <cp:revision>4</cp:revision>
  <dcterms:created xsi:type="dcterms:W3CDTF">2025-11-10T16:34:06Z</dcterms:created>
  <dcterms:modified xsi:type="dcterms:W3CDTF">2026-07-26T07:05:13Z</dcterms:modified>
</cp:coreProperties>
</file>